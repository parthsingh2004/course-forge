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5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6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2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0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77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18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8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77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27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3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50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7E2B453-8B58-4D15-9992-7B402F6D54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3A155AB-9C48-4360-9BCA-AC2DB120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517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F48FD-F86E-F53F-6382-307840904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Scrom</a:t>
            </a:r>
            <a:r>
              <a:rPr lang="en-US" dirty="0"/>
              <a:t> testing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DE964-7707-73A3-75F6-650870619B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748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C96A-5D68-9368-3652-147A5496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F645D-66BE-A782-7881-39438E30B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This is too test </a:t>
            </a:r>
            <a:r>
              <a:rPr lang="en-US" dirty="0" err="1"/>
              <a:t>scrom</a:t>
            </a:r>
            <a:r>
              <a:rPr lang="en-US" dirty="0"/>
              <a:t> engine </a:t>
            </a:r>
            <a:br>
              <a:rPr lang="en-US" dirty="0"/>
            </a:br>
            <a:r>
              <a:rPr lang="en-US" dirty="0"/>
              <a:t>Please tell me the exact error message from your browser console (F12) or your Python terminal so we can trace the crash.</a:t>
            </a:r>
          </a:p>
          <a:p>
            <a:r>
              <a:rPr lang="en-US" dirty="0"/>
              <a:t>That is definitely a roadblock, but because we just rebuilt the export engine, the failure is likely happening for one of these specific reasons:</a:t>
            </a:r>
          </a:p>
          <a:p>
            <a:r>
              <a:rPr lang="en-US" b="1" dirty="0"/>
              <a:t>Payload Size Limit:</a:t>
            </a:r>
            <a:r>
              <a:rPr lang="en-US" dirty="0"/>
              <a:t> Because the new PPTX parser extracts images as raw Base64 text strings, a presentation with a lot of high-resolution images will create a massive JSON payload. When you click Export, sending 50MB+ of text back to the </a:t>
            </a:r>
            <a:r>
              <a:rPr lang="en-US" dirty="0" err="1"/>
              <a:t>FastAPI</a:t>
            </a:r>
            <a:r>
              <a:rPr lang="en-US" dirty="0"/>
              <a:t> server might be triggering a server limit or a timeout.</a:t>
            </a:r>
          </a:p>
          <a:p>
            <a:r>
              <a:rPr lang="en-US" b="1" dirty="0"/>
              <a:t>Missing Metadata:</a:t>
            </a:r>
            <a:r>
              <a:rPr lang="en-US" dirty="0"/>
              <a:t> If the PPTX parser grabbed a shape or placeholder that doesn't cleanly fit into our </a:t>
            </a:r>
            <a:r>
              <a:rPr lang="en-US" dirty="0" err="1"/>
              <a:t>CourseData</a:t>
            </a:r>
            <a:r>
              <a:rPr lang="en-US" dirty="0"/>
              <a:t> JSON structure, the backend might be rejecting the request with a 422 </a:t>
            </a:r>
            <a:r>
              <a:rPr lang="en-US" dirty="0" err="1"/>
              <a:t>Unprocessable</a:t>
            </a:r>
            <a:r>
              <a:rPr lang="en-US" dirty="0"/>
              <a:t> Entity error.</a:t>
            </a:r>
          </a:p>
          <a:p>
            <a:r>
              <a:rPr lang="en-US" b="1" dirty="0"/>
              <a:t>How to isolate this right now:</a:t>
            </a:r>
            <a:endParaRPr lang="en-US" dirty="0"/>
          </a:p>
          <a:p>
            <a:r>
              <a:rPr lang="en-US" b="1" dirty="0"/>
              <a:t>If the UI says "Failed to export":</a:t>
            </a:r>
            <a:r>
              <a:rPr lang="en-US" dirty="0"/>
              <a:t> Press F12, go to the Console tab, and tell me what the red text says (e.g., Server Error 422 or Payload Too Large).</a:t>
            </a:r>
          </a:p>
          <a:p>
            <a:r>
              <a:rPr lang="en-US" b="1" dirty="0"/>
              <a:t>If it spins forever:</a:t>
            </a:r>
            <a:r>
              <a:rPr lang="en-US" dirty="0"/>
              <a:t> Check your Python terminal to see if it threw a 500 Internal Server Error or an Out of Memory warning.</a:t>
            </a:r>
          </a:p>
          <a:p>
            <a:r>
              <a:rPr lang="en-US" b="1" dirty="0"/>
              <a:t>If the ZIP downloads but the PPTX content is missing inside:</a:t>
            </a:r>
            <a:r>
              <a:rPr lang="en-US" dirty="0"/>
              <a:t> Let me know, as that means the Python HTML renderer is ignoring the specific way the PPTX blocks are formatted.</a:t>
            </a:r>
          </a:p>
          <a:p>
            <a:r>
              <a:rPr lang="en-US" dirty="0"/>
              <a:t>Paste whatever error you are seeing, and I will give you the exact fix.</a:t>
            </a:r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782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0127-1CBF-277C-55E6-3F878B5B1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1A4E1E-04AB-E096-F7F6-A5ED0F4F2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D722B-230C-781F-BA53-5CE9D3FDD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8550"/>
            <a:ext cx="5351878" cy="2608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CB457-4F52-F946-71E4-C13C0A376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502" y="125198"/>
            <a:ext cx="5529769" cy="2695250"/>
          </a:xfrm>
          <a:prstGeom prst="rect">
            <a:avLst/>
          </a:prstGeom>
        </p:spPr>
      </p:pic>
      <p:pic>
        <p:nvPicPr>
          <p:cNvPr id="6" name="file_example_MP3_700KB (1)">
            <a:hlinkClick r:id="" action="ppaction://media"/>
            <a:extLst>
              <a:ext uri="{FF2B5EF4-FFF2-40B4-BE49-F238E27FC236}">
                <a16:creationId xmlns:a16="http://schemas.microsoft.com/office/drawing/2014/main" id="{EBA68537-096C-43E2-1D8A-235D30A9F7D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95999" y="5824536"/>
            <a:ext cx="487363" cy="4873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25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5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EE5D1-5E06-683E-D0BB-C3069B7BA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4A102-00B0-44BB-C332-9912B6745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Please tell me the exact error message from your browser console (F12) or your Python terminal so we can trace the crash.</a:t>
            </a:r>
          </a:p>
          <a:p>
            <a:r>
              <a:rPr lang="en-US" dirty="0"/>
              <a:t>That is definitely a roadblock, but because we just rebuilt the export engine, the failure is likely happening for one of these specific reasons:</a:t>
            </a:r>
          </a:p>
          <a:p>
            <a:r>
              <a:rPr lang="en-US" b="1" dirty="0"/>
              <a:t>Payload Size Limit:</a:t>
            </a:r>
            <a:r>
              <a:rPr lang="en-US" dirty="0"/>
              <a:t> Because the new PPTX parser extracts images as raw Base64 text strings, a presentation with a lot of high-resolution images will create a massive JSON payload. When you click Export, sending 50MB+ of text back to the </a:t>
            </a:r>
            <a:r>
              <a:rPr lang="en-US" dirty="0" err="1"/>
              <a:t>FastAPI</a:t>
            </a:r>
            <a:r>
              <a:rPr lang="en-US" dirty="0"/>
              <a:t> server might be triggering a server limit or a timeout.</a:t>
            </a:r>
          </a:p>
          <a:p>
            <a:r>
              <a:rPr lang="en-US" b="1" dirty="0"/>
              <a:t>Missing Metadata:</a:t>
            </a:r>
            <a:r>
              <a:rPr lang="en-US" dirty="0"/>
              <a:t> If the PPTX parser grabbed a shape or placeholder that doesn't cleanly fit into our </a:t>
            </a:r>
            <a:r>
              <a:rPr lang="en-US" dirty="0" err="1"/>
              <a:t>CourseData</a:t>
            </a:r>
            <a:r>
              <a:rPr lang="en-US" dirty="0"/>
              <a:t> JSON structure, the backend might be rejecting the request with a 422 </a:t>
            </a:r>
            <a:r>
              <a:rPr lang="en-US" dirty="0" err="1"/>
              <a:t>Unprocessable</a:t>
            </a:r>
            <a:r>
              <a:rPr lang="en-US" dirty="0"/>
              <a:t> Entity error.</a:t>
            </a:r>
          </a:p>
          <a:p>
            <a:r>
              <a:rPr lang="en-US" b="1" dirty="0"/>
              <a:t>How to isolate this right now:</a:t>
            </a:r>
            <a:endParaRPr lang="en-US" dirty="0"/>
          </a:p>
          <a:p>
            <a:r>
              <a:rPr lang="en-US" b="1" dirty="0"/>
              <a:t>If the UI says "Failed to export":</a:t>
            </a:r>
            <a:r>
              <a:rPr lang="en-US" dirty="0"/>
              <a:t> Press F12, go to the Console tab, and tell me what the red text says (e.g., Server Error 422 or Payload Too Large).</a:t>
            </a:r>
          </a:p>
          <a:p>
            <a:r>
              <a:rPr lang="en-US" b="1" dirty="0"/>
              <a:t>If it spins forever:</a:t>
            </a:r>
            <a:r>
              <a:rPr lang="en-US" dirty="0"/>
              <a:t> Check your Python terminal to see if it threw a 500 Internal Server Error or an Out of Memory warning.</a:t>
            </a:r>
          </a:p>
          <a:p>
            <a:r>
              <a:rPr lang="en-US" b="1" dirty="0"/>
              <a:t>If the ZIP downloads but the PPTX content is missing inside:</a:t>
            </a:r>
            <a:r>
              <a:rPr lang="en-US" dirty="0"/>
              <a:t> Let me know, as that means the Python HTML renderer is ignoring the specific way the PPTX blocks are formatted.</a:t>
            </a:r>
          </a:p>
          <a:p>
            <a:r>
              <a:rPr lang="en-US" dirty="0"/>
              <a:t>Paste whatever error you are seeing, and I will give you the exact fix.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053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84B9-CF51-A65C-1B1E-096C93FC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5EFD9-69A8-5579-941E-8DC63CC65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Please tell me the exact error message from your browser console (F12) or your Python terminal so we can trace the crash.</a:t>
            </a:r>
          </a:p>
          <a:p>
            <a:r>
              <a:rPr lang="en-US" dirty="0"/>
              <a:t>That is definitely a roadblock, but because we just rebuilt the export engine, the failure is likely happening for one of these specific reasons:</a:t>
            </a:r>
          </a:p>
          <a:p>
            <a:r>
              <a:rPr lang="en-US" b="1" dirty="0"/>
              <a:t>Payload Size Limit:</a:t>
            </a:r>
            <a:r>
              <a:rPr lang="en-US" dirty="0"/>
              <a:t> Because the new PPTX parser extracts images as raw Base64 text strings, a presentation with a lot of high-resolution images will create a massive JSON payload. When you click Export, sending 50MB+ of text back to the </a:t>
            </a:r>
            <a:r>
              <a:rPr lang="en-US" dirty="0" err="1"/>
              <a:t>FastAPI</a:t>
            </a:r>
            <a:r>
              <a:rPr lang="en-US" dirty="0"/>
              <a:t> server might be triggering a server limit or a timeout.</a:t>
            </a:r>
          </a:p>
          <a:p>
            <a:r>
              <a:rPr lang="en-US" b="1" dirty="0"/>
              <a:t>Missing Metadata:</a:t>
            </a:r>
            <a:r>
              <a:rPr lang="en-US" dirty="0"/>
              <a:t> If the PPTX parser grabbed a shape or placeholder that doesn't cleanly fit into our </a:t>
            </a:r>
            <a:r>
              <a:rPr lang="en-US" dirty="0" err="1"/>
              <a:t>CourseData</a:t>
            </a:r>
            <a:r>
              <a:rPr lang="en-US" dirty="0"/>
              <a:t> JSON structure, the backend might be rejecting the request with a 422 </a:t>
            </a:r>
            <a:r>
              <a:rPr lang="en-US" dirty="0" err="1"/>
              <a:t>Unprocessable</a:t>
            </a:r>
            <a:r>
              <a:rPr lang="en-US" dirty="0"/>
              <a:t> Entity error.</a:t>
            </a:r>
          </a:p>
          <a:p>
            <a:r>
              <a:rPr lang="en-US" b="1" dirty="0"/>
              <a:t>How to isolate this right now:</a:t>
            </a:r>
            <a:endParaRPr lang="en-US" dirty="0"/>
          </a:p>
          <a:p>
            <a:r>
              <a:rPr lang="en-US" b="1" dirty="0"/>
              <a:t>If the UI says "Failed to export":</a:t>
            </a:r>
            <a:r>
              <a:rPr lang="en-US" dirty="0"/>
              <a:t> Press F12, go to the Console tab, and tell me what the red text says (e.g., Server Error 422 or Payload Too Large).</a:t>
            </a:r>
          </a:p>
          <a:p>
            <a:r>
              <a:rPr lang="en-US" b="1" dirty="0"/>
              <a:t>If it spins forever:</a:t>
            </a:r>
            <a:r>
              <a:rPr lang="en-US" dirty="0"/>
              <a:t> Check your Python terminal to see if it threw a 500 Internal Server Error or an Out of Memory warning.</a:t>
            </a:r>
          </a:p>
          <a:p>
            <a:r>
              <a:rPr lang="en-US" b="1" dirty="0"/>
              <a:t>If the ZIP downloads but the PPTX content is missing inside:</a:t>
            </a:r>
            <a:r>
              <a:rPr lang="en-US" dirty="0"/>
              <a:t> Let me know, as that means the Python HTML renderer is ignoring the specific way the PPTX blocks are formatted.</a:t>
            </a:r>
          </a:p>
          <a:p>
            <a:r>
              <a:rPr lang="en-US" dirty="0"/>
              <a:t>Paste whatever error you are seeing, and I will give you the exact fix.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907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CC86-BEF5-1BA4-E04D-BFD38E5D0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63E5DD6-87B7-54FC-9DF5-3BE98D3A5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8336" y="2200817"/>
            <a:ext cx="7535327" cy="36009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6073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"/>
  <p:tag name="ARTICULATE_DESIGN_ID_ION" val="yMmCd9IA"/>
  <p:tag name="ARTICULATE_DESIGN_ID_OFFICE THEME" val="AKiJxgkG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810</Words>
  <Application>Microsoft Office PowerPoint</Application>
  <PresentationFormat>Widescreen</PresentationFormat>
  <Paragraphs>28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Scrom testing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singh</dc:creator>
  <cp:lastModifiedBy>parth singh</cp:lastModifiedBy>
  <cp:revision>7</cp:revision>
  <dcterms:created xsi:type="dcterms:W3CDTF">2026-04-21T11:02:17Z</dcterms:created>
  <dcterms:modified xsi:type="dcterms:W3CDTF">2026-05-15T05:57:50Z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8833F875-720E-4388-0000-001C7D000000</vt:lpwstr>
  </property>
  <property fmtid="{D5CDD505-2E9C-101B-9397-08002B2CF9AE}" pid="3" name="ArticulatePath">
    <vt:lpwstr>Scrom testing</vt:lpwstr>
  </property>
</Properties>
</file>